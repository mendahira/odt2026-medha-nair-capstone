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A152B-F956-142F-63D6-42B6265D4AC7}" v="128" dt="2026-04-20T02:08:53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Project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Team Details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33D0-BB85-6952-40E4-CC5300AA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AB8EF-E837-A273-9675-8F7C37C4D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Provide </a:t>
            </a:r>
            <a:r>
              <a:rPr lang="en-US">
                <a:ea typeface="+mn-lt"/>
                <a:cs typeface="+mn-lt"/>
              </a:rPr>
              <a:t>a brief overview</a:t>
            </a:r>
            <a:r>
              <a:rPr lang="en-US" dirty="0">
                <a:ea typeface="+mn-lt"/>
                <a:cs typeface="+mn-lt"/>
              </a:rPr>
              <a:t> of the project.</a:t>
            </a:r>
            <a:endParaRPr lang="en-US" dirty="0"/>
          </a:p>
          <a:p>
            <a:r>
              <a:rPr lang="en-US"/>
              <a:t>Mention how the system works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83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DF10-F6A6-CAC1-4611-E3883870D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Circuit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34367-8446-39DF-25C6-304BB5754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Present a clear and labeled circuit diagram. Ensure all components, connections, and power sources are properly indicated.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59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8224B-5498-B9E7-476D-8C6BF4E9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</a:t>
            </a:r>
            <a:r>
              <a:rPr lang="en-US"/>
              <a:t>Explanation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F76F6-AF32-68BF-A233-90C1A0E58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Briefly explain what the code does. Do not paste the full code, focus on describing how the system works.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77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66980-21EA-FC61-FF50-58D48E4C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E2DAA-EAF2-C8B5-75BB-39CEF5A6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Include clear images of your prototype, setup, and final outcome. Ensure the visuals effectively communicate the build and functionality.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626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Project Title</vt:lpstr>
      <vt:lpstr>Project Brief</vt:lpstr>
      <vt:lpstr>Circuit Diagram</vt:lpstr>
      <vt:lpstr>Code Explanation</vt:lpstr>
      <vt:lpstr>Pictures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</cp:revision>
  <dcterms:created xsi:type="dcterms:W3CDTF">2026-04-20T02:00:24Z</dcterms:created>
  <dcterms:modified xsi:type="dcterms:W3CDTF">2026-04-20T02:17:16Z</dcterms:modified>
</cp:coreProperties>
</file>